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4" r:id="rId7"/>
    <p:sldId id="266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9" r:id="rId19"/>
    <p:sldId id="278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84C8A8-DC77-875A-6F8B-F0F52A351E74}" v="3541" dt="2025-11-08T04:28:28.167"/>
    <p1510:client id="{F961B8CB-032A-9396-BCE5-00CD3866A440}" v="115" dt="2025-11-07T15:37:51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07.11.2025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07.11.2025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07.11.2025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07.11.2025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236B7CD-A1CA-6922-EAA5-66CF4E9CBB4E}"/>
              </a:ext>
            </a:extLst>
          </p:cNvPr>
          <p:cNvSpPr/>
          <p:nvPr/>
        </p:nvSpPr>
        <p:spPr>
          <a:xfrm>
            <a:off x="0" y="1367995"/>
            <a:ext cx="12202297" cy="480394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286000" y="-58737"/>
            <a:ext cx="9429750" cy="1368425"/>
          </a:xfrm>
        </p:spPr>
        <p:txBody>
          <a:bodyPr>
            <a:normAutofit/>
          </a:bodyPr>
          <a:lstStyle/>
          <a:p>
            <a:r>
              <a:rPr lang="de-DE" sz="3600" b="1" err="1"/>
              <a:t>Curso</a:t>
            </a:r>
            <a:r>
              <a:rPr lang="de-DE" sz="3600" b="1" dirty="0"/>
              <a:t> </a:t>
            </a:r>
            <a:r>
              <a:rPr lang="de-DE" sz="3600" b="1" err="1"/>
              <a:t>Profissional</a:t>
            </a:r>
            <a:r>
              <a:rPr lang="de-DE" sz="3600" b="1" dirty="0"/>
              <a:t> de </a:t>
            </a:r>
            <a:r>
              <a:rPr lang="de-DE" sz="3600" b="1" err="1"/>
              <a:t>Técnico</a:t>
            </a:r>
            <a:r>
              <a:rPr lang="de-DE" sz="3600" b="1" dirty="0"/>
              <a:t> de </a:t>
            </a:r>
            <a:r>
              <a:rPr lang="de-DE" sz="3600" b="1" err="1"/>
              <a:t>Gestão</a:t>
            </a:r>
            <a:r>
              <a:rPr lang="de-DE" sz="3600" b="1" dirty="0"/>
              <a:t> e </a:t>
            </a:r>
            <a:r>
              <a:rPr lang="de-DE" sz="3600" b="1" err="1"/>
              <a:t>Programação</a:t>
            </a:r>
            <a:r>
              <a:rPr lang="de-DE" sz="3600" b="1" dirty="0"/>
              <a:t> de </a:t>
            </a:r>
            <a:r>
              <a:rPr lang="de-DE" sz="3600" b="1" err="1"/>
              <a:t>Sistemas</a:t>
            </a:r>
            <a:r>
              <a:rPr lang="de-DE" sz="3600" b="1" dirty="0"/>
              <a:t> </a:t>
            </a:r>
            <a:r>
              <a:rPr lang="de-DE" sz="3600" b="1" err="1"/>
              <a:t>Informáticos</a:t>
            </a:r>
            <a:endParaRPr lang="de-DE" sz="3600" b="1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638550" y="2239963"/>
            <a:ext cx="4914900" cy="3984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z="2100" b="1" err="1">
                <a:solidFill>
                  <a:schemeClr val="bg1"/>
                </a:solidFill>
              </a:rPr>
              <a:t>Programação</a:t>
            </a:r>
            <a:r>
              <a:rPr lang="de-DE" sz="2100" b="1" dirty="0">
                <a:solidFill>
                  <a:schemeClr val="bg1"/>
                </a:solidFill>
              </a:rPr>
              <a:t> e </a:t>
            </a:r>
            <a:r>
              <a:rPr lang="de-DE" sz="2100" b="1" err="1">
                <a:solidFill>
                  <a:schemeClr val="bg1"/>
                </a:solidFill>
              </a:rPr>
              <a:t>Sistema</a:t>
            </a:r>
            <a:r>
              <a:rPr lang="de-DE" sz="2100" b="1" dirty="0">
                <a:solidFill>
                  <a:schemeClr val="bg1"/>
                </a:solidFill>
              </a:rPr>
              <a:t> de </a:t>
            </a:r>
            <a:r>
              <a:rPr lang="de-DE" sz="2100" b="1" err="1">
                <a:solidFill>
                  <a:schemeClr val="bg1"/>
                </a:solidFill>
              </a:rPr>
              <a:t>Informação</a:t>
            </a:r>
            <a:endParaRPr lang="de-DE" sz="2100" b="1">
              <a:solidFill>
                <a:schemeClr val="bg1"/>
              </a:solidFill>
            </a:endParaRP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C441FBFD-448B-1880-45DB-DC7CC9542576}"/>
              </a:ext>
            </a:extLst>
          </p:cNvPr>
          <p:cNvSpPr txBox="1">
            <a:spLocks/>
          </p:cNvSpPr>
          <p:nvPr/>
        </p:nvSpPr>
        <p:spPr>
          <a:xfrm>
            <a:off x="3638550" y="3230563"/>
            <a:ext cx="4914900" cy="3984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b="1" err="1">
                <a:solidFill>
                  <a:schemeClr val="bg1"/>
                </a:solidFill>
              </a:rPr>
              <a:t>Módulo</a:t>
            </a:r>
            <a:r>
              <a:rPr lang="de-DE" sz="1600" b="1" dirty="0">
                <a:solidFill>
                  <a:schemeClr val="bg1"/>
                </a:solidFill>
              </a:rPr>
              <a:t> 18 – </a:t>
            </a:r>
            <a:r>
              <a:rPr lang="de-DE" sz="1600" b="1" err="1">
                <a:solidFill>
                  <a:schemeClr val="bg1"/>
                </a:solidFill>
              </a:rPr>
              <a:t>Ferramenta</a:t>
            </a:r>
            <a:r>
              <a:rPr lang="de-DE" sz="1600" b="1" dirty="0">
                <a:solidFill>
                  <a:schemeClr val="bg1"/>
                </a:solidFill>
              </a:rPr>
              <a:t> de </a:t>
            </a:r>
            <a:r>
              <a:rPr lang="de-DE" sz="1600" b="1" err="1">
                <a:solidFill>
                  <a:schemeClr val="bg1"/>
                </a:solidFill>
              </a:rPr>
              <a:t>Animação</a:t>
            </a:r>
            <a:r>
              <a:rPr lang="de-DE" sz="1600" b="1" dirty="0">
                <a:solidFill>
                  <a:schemeClr val="bg1"/>
                </a:solidFill>
              </a:rPr>
              <a:t> </a:t>
            </a:r>
            <a:r>
              <a:rPr lang="de-DE" sz="1600" b="1" err="1">
                <a:solidFill>
                  <a:schemeClr val="bg1"/>
                </a:solidFill>
              </a:rPr>
              <a:t>Gráfica</a:t>
            </a:r>
            <a:endParaRPr lang="pt-BR" sz="1600" dirty="0" err="1">
              <a:solidFill>
                <a:schemeClr val="bg1"/>
              </a:solidFill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1531311-B984-B444-FF8D-DE19EE236243}"/>
              </a:ext>
            </a:extLst>
          </p:cNvPr>
          <p:cNvSpPr txBox="1">
            <a:spLocks/>
          </p:cNvSpPr>
          <p:nvPr/>
        </p:nvSpPr>
        <p:spPr>
          <a:xfrm>
            <a:off x="1390650" y="3627438"/>
            <a:ext cx="9429750" cy="10255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b="1" dirty="0" err="1">
                <a:solidFill>
                  <a:schemeClr val="bg1"/>
                </a:solidFill>
              </a:rPr>
              <a:t>Animação</a:t>
            </a:r>
            <a:r>
              <a:rPr lang="de-DE" sz="3200" b="1" dirty="0">
                <a:solidFill>
                  <a:schemeClr val="bg1"/>
                </a:solidFill>
              </a:rPr>
              <a:t> de ambiente e </a:t>
            </a:r>
            <a:r>
              <a:rPr lang="de-DE" sz="3200" b="1" dirty="0" err="1">
                <a:solidFill>
                  <a:schemeClr val="bg1"/>
                </a:solidFill>
              </a:rPr>
              <a:t>Personagem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336D3967-BED9-C5FD-6369-C6552F08AF48}"/>
              </a:ext>
            </a:extLst>
          </p:cNvPr>
          <p:cNvSpPr txBox="1">
            <a:spLocks/>
          </p:cNvSpPr>
          <p:nvPr/>
        </p:nvSpPr>
        <p:spPr>
          <a:xfrm>
            <a:off x="3648074" y="5440363"/>
            <a:ext cx="4914900" cy="3984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>
                <a:solidFill>
                  <a:schemeClr val="bg1"/>
                </a:solidFill>
                <a:ea typeface="+mn-lt"/>
                <a:cs typeface="+mn-lt"/>
              </a:rPr>
              <a:t>https://youtu.be/93E9mItYj8k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C441FBFD-448B-1880-45DB-DC7CC9542576}"/>
              </a:ext>
            </a:extLst>
          </p:cNvPr>
          <p:cNvSpPr txBox="1">
            <a:spLocks/>
          </p:cNvSpPr>
          <p:nvPr/>
        </p:nvSpPr>
        <p:spPr>
          <a:xfrm>
            <a:off x="3638550" y="6335713"/>
            <a:ext cx="4914900" cy="3984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de-DE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 err="1"/>
              <a:t>Quévin</a:t>
            </a:r>
            <a:r>
              <a:rPr lang="de-DE" sz="1600" dirty="0"/>
              <a:t> Tavares, Nº10 | 12ºGPSI</a:t>
            </a:r>
          </a:p>
        </p:txBody>
      </p:sp>
      <p:pic>
        <p:nvPicPr>
          <p:cNvPr id="16" name="Imagem 15" descr="Diagrama&#10;&#10;O conteúdo gerado por IA pode estar incorreto.">
            <a:extLst>
              <a:ext uri="{FF2B5EF4-FFF2-40B4-BE49-F238E27FC236}">
                <a16:creationId xmlns:a16="http://schemas.microsoft.com/office/drawing/2014/main" id="{C8F6441B-78E4-D4A1-9FDC-A6B8B30D93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23"/>
          <a:stretch>
            <a:fillRect/>
          </a:stretch>
        </p:blipFill>
        <p:spPr>
          <a:xfrm>
            <a:off x="220579" y="120315"/>
            <a:ext cx="2066925" cy="124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88C922D-A7E1-9774-5AB9-A371BEEC953F}"/>
              </a:ext>
            </a:extLst>
          </p:cNvPr>
          <p:cNvSpPr/>
          <p:nvPr/>
        </p:nvSpPr>
        <p:spPr>
          <a:xfrm>
            <a:off x="0" y="1367995"/>
            <a:ext cx="12202297" cy="480394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790322-C931-F43F-9590-BE998E3E1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020"/>
            <a:ext cx="526181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Primeiro passo – Modelagem</a:t>
            </a:r>
            <a:r>
              <a:rPr lang="pt-BR" dirty="0">
                <a:solidFill>
                  <a:schemeClr val="bg1"/>
                </a:solidFill>
              </a:rPr>
              <a:t>                                                         </a:t>
            </a:r>
          </a:p>
          <a:p>
            <a:r>
              <a:rPr lang="pt-BR" sz="1200" dirty="0">
                <a:solidFill>
                  <a:schemeClr val="bg1"/>
                </a:solidFill>
              </a:rPr>
              <a:t>Início - </a:t>
            </a:r>
            <a:r>
              <a:rPr lang="pt-BR" sz="1200" dirty="0" err="1">
                <a:solidFill>
                  <a:schemeClr val="bg1"/>
                </a:solidFill>
              </a:rPr>
              <a:t>Pág</a:t>
            </a:r>
            <a:r>
              <a:rPr lang="pt-BR" sz="1200" dirty="0">
                <a:solidFill>
                  <a:schemeClr val="bg1"/>
                </a:solidFill>
              </a:rPr>
              <a:t> 3 // Fim - </a:t>
            </a:r>
            <a:r>
              <a:rPr lang="pt-BR" sz="1200" dirty="0" err="1">
                <a:solidFill>
                  <a:schemeClr val="bg1"/>
                </a:solidFill>
              </a:rPr>
              <a:t>Pág</a:t>
            </a:r>
            <a:r>
              <a:rPr lang="pt-BR" sz="1200" dirty="0">
                <a:solidFill>
                  <a:schemeClr val="bg1"/>
                </a:solidFill>
              </a:rPr>
              <a:t> 5</a:t>
            </a:r>
          </a:p>
          <a:p>
            <a:r>
              <a:rPr lang="pt-BR" sz="2000" dirty="0">
                <a:solidFill>
                  <a:schemeClr val="bg1"/>
                </a:solidFill>
              </a:rPr>
              <a:t>Segundo passo - Criação de ossos e pesos</a:t>
            </a:r>
          </a:p>
          <a:p>
            <a:r>
              <a:rPr lang="pt-BR" sz="1200" dirty="0" err="1">
                <a:solidFill>
                  <a:schemeClr val="bg1"/>
                </a:solidFill>
              </a:rPr>
              <a:t>Pág</a:t>
            </a:r>
            <a:r>
              <a:rPr lang="pt-BR" sz="1200" dirty="0">
                <a:solidFill>
                  <a:schemeClr val="bg1"/>
                </a:solidFill>
              </a:rPr>
              <a:t> 6</a:t>
            </a:r>
          </a:p>
          <a:p>
            <a:r>
              <a:rPr lang="pt-BR" sz="2000" dirty="0">
                <a:solidFill>
                  <a:schemeClr val="bg1"/>
                </a:solidFill>
              </a:rPr>
              <a:t>Terceiro passo - Animação</a:t>
            </a:r>
          </a:p>
          <a:p>
            <a:r>
              <a:rPr lang="pt-BR" sz="1200" dirty="0" err="1">
                <a:solidFill>
                  <a:schemeClr val="bg1"/>
                </a:solidFill>
              </a:rPr>
              <a:t>Pág</a:t>
            </a:r>
            <a:r>
              <a:rPr lang="pt-BR" sz="1200" dirty="0">
                <a:solidFill>
                  <a:schemeClr val="bg1"/>
                </a:solidFill>
              </a:rPr>
              <a:t> 7</a:t>
            </a:r>
          </a:p>
          <a:p>
            <a:r>
              <a:rPr lang="pt-BR" sz="2000" dirty="0">
                <a:solidFill>
                  <a:schemeClr val="bg1"/>
                </a:solidFill>
              </a:rPr>
              <a:t>Quarto passo – Textura da bola</a:t>
            </a:r>
          </a:p>
          <a:p>
            <a:r>
              <a:rPr lang="pt-BR" sz="1200" dirty="0" err="1">
                <a:solidFill>
                  <a:schemeClr val="bg1"/>
                </a:solidFill>
              </a:rPr>
              <a:t>Pág</a:t>
            </a:r>
            <a:r>
              <a:rPr lang="pt-BR" sz="1200" dirty="0">
                <a:solidFill>
                  <a:schemeClr val="bg1"/>
                </a:solidFill>
              </a:rPr>
              <a:t> 8</a:t>
            </a:r>
          </a:p>
          <a:p>
            <a:r>
              <a:rPr lang="pt-BR" sz="2000" dirty="0">
                <a:solidFill>
                  <a:schemeClr val="bg1"/>
                </a:solidFill>
              </a:rPr>
              <a:t>Quinto passo - Criação da relva</a:t>
            </a:r>
          </a:p>
          <a:p>
            <a:r>
              <a:rPr lang="pt-BR" sz="1200" dirty="0" err="1">
                <a:solidFill>
                  <a:schemeClr val="bg1"/>
                </a:solidFill>
              </a:rPr>
              <a:t>Pág</a:t>
            </a:r>
            <a:r>
              <a:rPr lang="pt-BR" sz="1200" dirty="0">
                <a:solidFill>
                  <a:schemeClr val="bg1"/>
                </a:solidFill>
              </a:rPr>
              <a:t> 9</a:t>
            </a:r>
          </a:p>
          <a:p>
            <a:r>
              <a:rPr lang="pt-BR" sz="2000" dirty="0">
                <a:solidFill>
                  <a:schemeClr val="bg1"/>
                </a:solidFill>
              </a:rPr>
              <a:t>Sexto passo  - Árvores</a:t>
            </a:r>
          </a:p>
          <a:p>
            <a:r>
              <a:rPr lang="pt-BR" sz="1200" dirty="0">
                <a:solidFill>
                  <a:schemeClr val="bg1"/>
                </a:solidFill>
              </a:rPr>
              <a:t>Início - </a:t>
            </a:r>
            <a:r>
              <a:rPr lang="pt-BR" sz="1200" dirty="0" err="1">
                <a:solidFill>
                  <a:schemeClr val="bg1"/>
                </a:solidFill>
              </a:rPr>
              <a:t>Pág</a:t>
            </a:r>
            <a:r>
              <a:rPr lang="pt-BR" sz="1200" dirty="0">
                <a:solidFill>
                  <a:schemeClr val="bg1"/>
                </a:solidFill>
              </a:rPr>
              <a:t> 10 // Fim - </a:t>
            </a:r>
            <a:r>
              <a:rPr lang="pt-BR" sz="1200" dirty="0" err="1">
                <a:solidFill>
                  <a:schemeClr val="bg1"/>
                </a:solidFill>
              </a:rPr>
              <a:t>Pág</a:t>
            </a:r>
            <a:r>
              <a:rPr lang="pt-BR" sz="1200" dirty="0">
                <a:solidFill>
                  <a:schemeClr val="bg1"/>
                </a:solidFill>
              </a:rPr>
              <a:t> 13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ED5611-A1B4-00CC-5E1E-77C29612A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Índice dos passos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1A4C2F06-3A21-8BA4-8EB8-AD97F95947B8}"/>
              </a:ext>
            </a:extLst>
          </p:cNvPr>
          <p:cNvSpPr txBox="1">
            <a:spLocks/>
          </p:cNvSpPr>
          <p:nvPr/>
        </p:nvSpPr>
        <p:spPr>
          <a:xfrm>
            <a:off x="5883444" y="1597025"/>
            <a:ext cx="5662862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2000" dirty="0">
                <a:solidFill>
                  <a:schemeClr val="bg1"/>
                </a:solidFill>
              </a:rPr>
              <a:t>Sétimo passo –  Vento e Turbulência</a:t>
            </a:r>
            <a:endParaRPr lang="pt-BR" dirty="0">
              <a:solidFill>
                <a:schemeClr val="bg1"/>
              </a:solidFill>
            </a:endParaRPr>
          </a:p>
          <a:p>
            <a:pPr algn="r"/>
            <a:r>
              <a:rPr lang="pt-BR" sz="1200" dirty="0" err="1">
                <a:solidFill>
                  <a:schemeClr val="bg1"/>
                </a:solidFill>
              </a:rPr>
              <a:t>Pág</a:t>
            </a:r>
            <a:r>
              <a:rPr lang="pt-BR" sz="1200" dirty="0">
                <a:solidFill>
                  <a:schemeClr val="bg1"/>
                </a:solidFill>
              </a:rPr>
              <a:t> 13</a:t>
            </a:r>
          </a:p>
          <a:p>
            <a:pPr algn="r"/>
            <a:r>
              <a:rPr lang="pt-BR" sz="2000" dirty="0">
                <a:solidFill>
                  <a:schemeClr val="bg1"/>
                </a:solidFill>
              </a:rPr>
              <a:t>Oitavo passo - Criação de Pedras</a:t>
            </a:r>
          </a:p>
          <a:p>
            <a:pPr algn="r"/>
            <a:r>
              <a:rPr lang="pt-BR" sz="1200" dirty="0" err="1">
                <a:solidFill>
                  <a:schemeClr val="bg1"/>
                </a:solidFill>
              </a:rPr>
              <a:t>Pág</a:t>
            </a:r>
            <a:r>
              <a:rPr lang="pt-BR" sz="1200" dirty="0">
                <a:solidFill>
                  <a:schemeClr val="bg1"/>
                </a:solidFill>
              </a:rPr>
              <a:t> 14</a:t>
            </a:r>
          </a:p>
          <a:p>
            <a:pPr algn="r"/>
            <a:r>
              <a:rPr lang="pt-BR" sz="2000" dirty="0">
                <a:solidFill>
                  <a:schemeClr val="bg1"/>
                </a:solidFill>
              </a:rPr>
              <a:t>Nono passo - Criação do céu</a:t>
            </a:r>
          </a:p>
          <a:p>
            <a:pPr algn="r"/>
            <a:r>
              <a:rPr lang="pt-BR" sz="1200" dirty="0" err="1">
                <a:solidFill>
                  <a:schemeClr val="bg1"/>
                </a:solidFill>
              </a:rPr>
              <a:t>Pág</a:t>
            </a:r>
            <a:r>
              <a:rPr lang="pt-BR" sz="1200" dirty="0">
                <a:solidFill>
                  <a:schemeClr val="bg1"/>
                </a:solidFill>
              </a:rPr>
              <a:t> 15</a:t>
            </a:r>
          </a:p>
          <a:p>
            <a:pPr algn="r"/>
            <a:r>
              <a:rPr lang="pt-BR" sz="2000" dirty="0">
                <a:solidFill>
                  <a:schemeClr val="bg1"/>
                </a:solidFill>
              </a:rPr>
              <a:t>Décimo passo – Movimentação da Câmara</a:t>
            </a:r>
          </a:p>
          <a:p>
            <a:pPr algn="r"/>
            <a:r>
              <a:rPr lang="pt-BR" sz="1200" dirty="0" err="1">
                <a:solidFill>
                  <a:schemeClr val="bg1"/>
                </a:solidFill>
              </a:rPr>
              <a:t>Pág</a:t>
            </a:r>
            <a:r>
              <a:rPr lang="pt-BR" sz="1200" dirty="0">
                <a:solidFill>
                  <a:schemeClr val="bg1"/>
                </a:solidFill>
              </a:rPr>
              <a:t> 16</a:t>
            </a:r>
          </a:p>
          <a:p>
            <a:pPr algn="r"/>
            <a:r>
              <a:rPr lang="pt-BR" sz="2000" dirty="0">
                <a:solidFill>
                  <a:schemeClr val="bg1"/>
                </a:solidFill>
                <a:latin typeface="Aptos"/>
              </a:rPr>
              <a:t>Décimo primeiro-passo – Áudio e Renderização</a:t>
            </a:r>
          </a:p>
          <a:p>
            <a:pPr algn="r"/>
            <a:r>
              <a:rPr lang="pt-BR" sz="1200" dirty="0" err="1">
                <a:solidFill>
                  <a:schemeClr val="bg1"/>
                </a:solidFill>
              </a:rPr>
              <a:t>Pág</a:t>
            </a:r>
            <a:r>
              <a:rPr lang="pt-BR" sz="1200" dirty="0">
                <a:solidFill>
                  <a:schemeClr val="bg1"/>
                </a:solidFill>
              </a:rPr>
              <a:t> 17</a:t>
            </a:r>
          </a:p>
          <a:p>
            <a:pPr marL="0" indent="0" algn="r">
              <a:buNone/>
            </a:pPr>
            <a:endParaRPr lang="pt-B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96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2E80A18F-97C3-B66B-5942-9753ABE9B1E2}"/>
              </a:ext>
            </a:extLst>
          </p:cNvPr>
          <p:cNvSpPr/>
          <p:nvPr/>
        </p:nvSpPr>
        <p:spPr>
          <a:xfrm>
            <a:off x="0" y="1367995"/>
            <a:ext cx="12202297" cy="480394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5BC041-EC99-8783-BFF4-CA5EB401D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Primeiro passo </a:t>
            </a:r>
            <a:r>
              <a:rPr lang="pt-BR" dirty="0" err="1"/>
              <a:t>pt</a:t>
            </a:r>
            <a:r>
              <a:rPr lang="pt-BR" dirty="0"/>
              <a:t>. 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F31B05-A3D7-D067-1F4F-FE20ABD1F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Modelagem do homem "</a:t>
            </a:r>
            <a:r>
              <a:rPr lang="pt-BR" err="1">
                <a:solidFill>
                  <a:schemeClr val="bg1"/>
                </a:solidFill>
              </a:rPr>
              <a:t>naked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err="1">
                <a:solidFill>
                  <a:schemeClr val="bg1"/>
                </a:solidFill>
              </a:rPr>
              <a:t>man</a:t>
            </a:r>
            <a:r>
              <a:rPr lang="pt-BR" dirty="0">
                <a:solidFill>
                  <a:schemeClr val="bg1"/>
                </a:solidFill>
              </a:rPr>
              <a:t>"</a:t>
            </a:r>
          </a:p>
          <a:p>
            <a:r>
              <a:rPr lang="pt-BR" sz="1200" dirty="0">
                <a:solidFill>
                  <a:schemeClr val="bg1"/>
                </a:solidFill>
              </a:rPr>
              <a:t>Usei o modificador "</a:t>
            </a:r>
            <a:r>
              <a:rPr lang="pt-BR" sz="1200" dirty="0" err="1">
                <a:solidFill>
                  <a:schemeClr val="bg1"/>
                </a:solidFill>
              </a:rPr>
              <a:t>Mirror</a:t>
            </a:r>
            <a:r>
              <a:rPr lang="pt-BR" sz="1200" dirty="0">
                <a:solidFill>
                  <a:schemeClr val="bg1"/>
                </a:solidFill>
              </a:rPr>
              <a:t>" para dividir o cubo em 2 e modelei.</a:t>
            </a:r>
          </a:p>
        </p:txBody>
      </p:sp>
      <p:pic>
        <p:nvPicPr>
          <p:cNvPr id="9" name="Imagem 8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7A011E2D-A7FF-D7ED-0753-D4760B0E9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27" y="2752878"/>
            <a:ext cx="5346195" cy="2838306"/>
          </a:xfrm>
          <a:prstGeom prst="rect">
            <a:avLst/>
          </a:prstGeom>
        </p:spPr>
      </p:pic>
      <p:pic>
        <p:nvPicPr>
          <p:cNvPr id="10" name="Imagem 9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35CBF706-D68A-8F75-4456-89EADD66E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812" y="2754229"/>
            <a:ext cx="5146508" cy="286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955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61BD3-D3FB-F186-501D-E489F8EF6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1EC2B2C-BEF9-3B26-3FF8-947EC3303583}"/>
              </a:ext>
            </a:extLst>
          </p:cNvPr>
          <p:cNvSpPr/>
          <p:nvPr/>
        </p:nvSpPr>
        <p:spPr>
          <a:xfrm>
            <a:off x="0" y="1367995"/>
            <a:ext cx="12202297" cy="480394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591C92-65AB-BED4-D868-520649AD3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Primeiro passo </a:t>
            </a:r>
            <a:r>
              <a:rPr lang="pt-BR" dirty="0" err="1"/>
              <a:t>pt</a:t>
            </a:r>
            <a:r>
              <a:rPr lang="pt-BR" dirty="0"/>
              <a:t>. II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415ABB-3983-F818-B359-6570F9E98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Modelagem do homem "</a:t>
            </a:r>
            <a:r>
              <a:rPr lang="pt-BR" err="1">
                <a:solidFill>
                  <a:schemeClr val="bg1"/>
                </a:solidFill>
              </a:rPr>
              <a:t>naked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err="1">
                <a:solidFill>
                  <a:schemeClr val="bg1"/>
                </a:solidFill>
              </a:rPr>
              <a:t>man</a:t>
            </a:r>
            <a:r>
              <a:rPr lang="pt-BR" dirty="0">
                <a:solidFill>
                  <a:schemeClr val="bg1"/>
                </a:solidFill>
              </a:rPr>
              <a:t>"</a:t>
            </a:r>
          </a:p>
          <a:p>
            <a:r>
              <a:rPr lang="pt-BR" sz="1200" dirty="0">
                <a:solidFill>
                  <a:schemeClr val="bg1"/>
                </a:solidFill>
              </a:rPr>
              <a:t>Modelagem do personagem</a:t>
            </a:r>
          </a:p>
        </p:txBody>
      </p:sp>
      <p:pic>
        <p:nvPicPr>
          <p:cNvPr id="4" name="Imagem 3" descr="Uma imagem contendo no interior, luz, pequeno, azulejado&#10;&#10;O conteúdo gerado por IA pode estar incorreto.">
            <a:extLst>
              <a:ext uri="{FF2B5EF4-FFF2-40B4-BE49-F238E27FC236}">
                <a16:creationId xmlns:a16="http://schemas.microsoft.com/office/drawing/2014/main" id="{37DFF71C-04B2-C439-4A52-41EA79C0EB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" r="18249" b="-1083"/>
          <a:stretch>
            <a:fillRect/>
          </a:stretch>
        </p:blipFill>
        <p:spPr>
          <a:xfrm>
            <a:off x="1104400" y="2723399"/>
            <a:ext cx="2772943" cy="3314327"/>
          </a:xfrm>
          <a:prstGeom prst="rect">
            <a:avLst/>
          </a:prstGeom>
        </p:spPr>
      </p:pic>
      <p:pic>
        <p:nvPicPr>
          <p:cNvPr id="7" name="Imagem 6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3D8F27E1-D5A6-580A-67FE-D3A0431FE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18468"/>
            <a:ext cx="5043238" cy="274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968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4A674-ABB1-A9ED-6875-97B2835DF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384F5B0F-6A97-F586-4BD7-E7FEAA611523}"/>
              </a:ext>
            </a:extLst>
          </p:cNvPr>
          <p:cNvSpPr/>
          <p:nvPr/>
        </p:nvSpPr>
        <p:spPr>
          <a:xfrm>
            <a:off x="0" y="1367995"/>
            <a:ext cx="12202297" cy="480394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DA7833-0ED5-B340-D4BE-E7A80E7C4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Primeiro passo </a:t>
            </a:r>
            <a:r>
              <a:rPr lang="pt-BR" dirty="0" err="1"/>
              <a:t>pt</a:t>
            </a:r>
            <a:r>
              <a:rPr lang="pt-BR" dirty="0"/>
              <a:t>. III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557281-B338-E9A6-1066-0DABA5008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Modelagem do homem "</a:t>
            </a:r>
            <a:r>
              <a:rPr lang="pt-BR" err="1">
                <a:solidFill>
                  <a:schemeClr val="bg1"/>
                </a:solidFill>
              </a:rPr>
              <a:t>naked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err="1">
                <a:solidFill>
                  <a:schemeClr val="bg1"/>
                </a:solidFill>
              </a:rPr>
              <a:t>man</a:t>
            </a:r>
            <a:r>
              <a:rPr lang="pt-BR" dirty="0">
                <a:solidFill>
                  <a:schemeClr val="bg1"/>
                </a:solidFill>
              </a:rPr>
              <a:t>"</a:t>
            </a:r>
          </a:p>
          <a:p>
            <a:r>
              <a:rPr lang="pt-BR" sz="1200" dirty="0">
                <a:solidFill>
                  <a:schemeClr val="bg1"/>
                </a:solidFill>
              </a:rPr>
              <a:t>Modelagem do personagem e também apliquei </a:t>
            </a:r>
            <a:r>
              <a:rPr lang="pt-BR" sz="1200" err="1">
                <a:solidFill>
                  <a:schemeClr val="bg1"/>
                </a:solidFill>
              </a:rPr>
              <a:t>smoothness</a:t>
            </a:r>
            <a:r>
              <a:rPr lang="pt-BR" sz="1200" dirty="0">
                <a:solidFill>
                  <a:schemeClr val="bg1"/>
                </a:solidFill>
              </a:rPr>
              <a:t> com o modificador </a:t>
            </a:r>
            <a:r>
              <a:rPr lang="pt-BR" sz="1200" err="1">
                <a:solidFill>
                  <a:schemeClr val="bg1"/>
                </a:solidFill>
              </a:rPr>
              <a:t>Subdivision</a:t>
            </a:r>
            <a:r>
              <a:rPr lang="pt-BR" sz="1200" dirty="0">
                <a:solidFill>
                  <a:schemeClr val="bg1"/>
                </a:solidFill>
              </a:rPr>
              <a:t> Surface e a opção </a:t>
            </a:r>
            <a:r>
              <a:rPr lang="pt-BR" sz="1200" err="1">
                <a:solidFill>
                  <a:schemeClr val="bg1"/>
                </a:solidFill>
              </a:rPr>
              <a:t>Shade</a:t>
            </a:r>
            <a:r>
              <a:rPr lang="pt-BR" sz="1200" dirty="0">
                <a:solidFill>
                  <a:schemeClr val="bg1"/>
                </a:solidFill>
              </a:rPr>
              <a:t> </a:t>
            </a:r>
            <a:r>
              <a:rPr lang="pt-BR" sz="1200" err="1">
                <a:solidFill>
                  <a:schemeClr val="bg1"/>
                </a:solidFill>
              </a:rPr>
              <a:t>Smooth</a:t>
            </a:r>
            <a:r>
              <a:rPr lang="pt-B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Imagem 3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680C3081-B1F7-5222-8DFF-F3A0DB82E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106" y="2938279"/>
            <a:ext cx="5123447" cy="286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70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CC96-0101-92EA-0E22-CA5F033EC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0FB40B53-56DB-66EB-902C-A946170965C5}"/>
              </a:ext>
            </a:extLst>
          </p:cNvPr>
          <p:cNvSpPr/>
          <p:nvPr/>
        </p:nvSpPr>
        <p:spPr>
          <a:xfrm>
            <a:off x="0" y="1367995"/>
            <a:ext cx="12202297" cy="480394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E2074D-D05D-DB8C-1717-CB9DCFC92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Segundo passo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955F5A-0828-B046-8BEF-8F06195D4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Criação de ossos e pesos</a:t>
            </a:r>
          </a:p>
          <a:p>
            <a:r>
              <a:rPr lang="pt-BR" sz="1200" dirty="0">
                <a:solidFill>
                  <a:schemeClr val="bg1"/>
                </a:solidFill>
              </a:rPr>
              <a:t>Com o Add-on </a:t>
            </a:r>
            <a:r>
              <a:rPr lang="pt-BR" sz="1200" dirty="0" err="1">
                <a:solidFill>
                  <a:schemeClr val="bg1"/>
                </a:solidFill>
              </a:rPr>
              <a:t>Rigify</a:t>
            </a:r>
            <a:r>
              <a:rPr lang="pt-BR" sz="1200" dirty="0">
                <a:solidFill>
                  <a:schemeClr val="bg1"/>
                </a:solidFill>
              </a:rPr>
              <a:t>, criei um esqueleto humano e alinhei ao meu personagem</a:t>
            </a:r>
          </a:p>
          <a:p>
            <a:r>
              <a:rPr lang="pt-BR" sz="1200" dirty="0">
                <a:solidFill>
                  <a:schemeClr val="bg1"/>
                </a:solidFill>
              </a:rPr>
              <a:t>Depois com o mesmo Add-on cliquei em </a:t>
            </a:r>
            <a:r>
              <a:rPr lang="pt-BR" sz="1200" err="1">
                <a:solidFill>
                  <a:schemeClr val="bg1"/>
                </a:solidFill>
              </a:rPr>
              <a:t>Generate</a:t>
            </a:r>
            <a:r>
              <a:rPr lang="pt-BR" sz="1200" dirty="0">
                <a:solidFill>
                  <a:schemeClr val="bg1"/>
                </a:solidFill>
              </a:rPr>
              <a:t> </a:t>
            </a:r>
            <a:r>
              <a:rPr lang="pt-BR" sz="1200" err="1">
                <a:solidFill>
                  <a:schemeClr val="bg1"/>
                </a:solidFill>
              </a:rPr>
              <a:t>Rig</a:t>
            </a:r>
            <a:r>
              <a:rPr lang="pt-BR" sz="1200" dirty="0">
                <a:solidFill>
                  <a:schemeClr val="bg1"/>
                </a:solidFill>
              </a:rPr>
              <a:t> e logo em seguida defini os pesos </a:t>
            </a:r>
            <a:r>
              <a:rPr lang="pt-BR" sz="1200" err="1">
                <a:solidFill>
                  <a:schemeClr val="bg1"/>
                </a:solidFill>
              </a:rPr>
              <a:t>automaticos</a:t>
            </a:r>
            <a:r>
              <a:rPr lang="pt-BR" sz="1200" dirty="0">
                <a:solidFill>
                  <a:schemeClr val="bg1"/>
                </a:solidFill>
              </a:rPr>
              <a:t>, assim criando pesos </a:t>
            </a:r>
            <a:r>
              <a:rPr lang="pt-BR" sz="1200" err="1">
                <a:solidFill>
                  <a:schemeClr val="bg1"/>
                </a:solidFill>
              </a:rPr>
              <a:t>automaticos</a:t>
            </a:r>
            <a:r>
              <a:rPr lang="pt-B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Imagem 3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33F5DF32-380E-A209-4336-8E44FE193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11" y="3225799"/>
            <a:ext cx="4842712" cy="2622218"/>
          </a:xfrm>
          <a:prstGeom prst="rect">
            <a:avLst/>
          </a:prstGeom>
        </p:spPr>
      </p:pic>
      <p:pic>
        <p:nvPicPr>
          <p:cNvPr id="5" name="Imagem 4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8EBB05E8-5C6F-EBDF-378B-99D05BEEF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868" y="3221885"/>
            <a:ext cx="4922922" cy="255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88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BE86E-DE20-53EB-ABFB-82CFC7A95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E5F8064-FE4C-BD55-A59C-AD3EC90D89CD}"/>
              </a:ext>
            </a:extLst>
          </p:cNvPr>
          <p:cNvSpPr/>
          <p:nvPr/>
        </p:nvSpPr>
        <p:spPr>
          <a:xfrm>
            <a:off x="0" y="1367995"/>
            <a:ext cx="12202297" cy="480394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35E2C9-121E-45D4-D0E2-B262CB5E1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Terceiro passo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FE160B-B66E-0BF5-D8CA-C2A0B4ED8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Animação de corrida do "</a:t>
            </a:r>
            <a:r>
              <a:rPr lang="pt-BR" dirty="0" err="1">
                <a:solidFill>
                  <a:schemeClr val="bg1"/>
                </a:solidFill>
              </a:rPr>
              <a:t>naked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man</a:t>
            </a:r>
            <a:r>
              <a:rPr lang="pt-BR" dirty="0">
                <a:solidFill>
                  <a:schemeClr val="bg1"/>
                </a:solidFill>
              </a:rPr>
              <a:t>" e animação da bola </a:t>
            </a:r>
          </a:p>
          <a:p>
            <a:r>
              <a:rPr lang="pt-BR" sz="1200" dirty="0">
                <a:solidFill>
                  <a:schemeClr val="bg1"/>
                </a:solidFill>
              </a:rPr>
              <a:t>Fiz o uso das </a:t>
            </a:r>
            <a:r>
              <a:rPr lang="pt-BR" sz="1200" dirty="0" err="1">
                <a:solidFill>
                  <a:schemeClr val="bg1"/>
                </a:solidFill>
              </a:rPr>
              <a:t>keyframes</a:t>
            </a:r>
            <a:r>
              <a:rPr lang="pt-BR" sz="1200" dirty="0">
                <a:solidFill>
                  <a:schemeClr val="bg1"/>
                </a:solidFill>
              </a:rPr>
              <a:t> de "Whole Character" e fiz assim uma animação de corrida com o meu personagem</a:t>
            </a:r>
          </a:p>
          <a:p>
            <a:r>
              <a:rPr lang="pt-BR" sz="1200" dirty="0">
                <a:solidFill>
                  <a:schemeClr val="bg1"/>
                </a:solidFill>
              </a:rPr>
              <a:t>Em seguida criei uma </a:t>
            </a:r>
            <a:r>
              <a:rPr lang="pt-BR" sz="1200" dirty="0" err="1">
                <a:solidFill>
                  <a:schemeClr val="bg1"/>
                </a:solidFill>
              </a:rPr>
              <a:t>metaball</a:t>
            </a:r>
            <a:r>
              <a:rPr lang="pt-BR" sz="1200" dirty="0">
                <a:solidFill>
                  <a:schemeClr val="bg1"/>
                </a:solidFill>
              </a:rPr>
              <a:t> e animei-a com </a:t>
            </a:r>
            <a:r>
              <a:rPr lang="pt-BR" sz="1200" dirty="0" err="1">
                <a:solidFill>
                  <a:schemeClr val="bg1"/>
                </a:solidFill>
              </a:rPr>
              <a:t>keyframes</a:t>
            </a:r>
            <a:r>
              <a:rPr lang="pt-BR" sz="1200" dirty="0">
                <a:solidFill>
                  <a:schemeClr val="bg1"/>
                </a:solidFill>
              </a:rPr>
              <a:t> de rotação e localização.</a:t>
            </a:r>
          </a:p>
          <a:p>
            <a:r>
              <a:rPr lang="pt-BR" sz="1200" dirty="0">
                <a:solidFill>
                  <a:schemeClr val="bg1"/>
                </a:solidFill>
              </a:rPr>
              <a:t>Também criei um path e coloquei o "</a:t>
            </a:r>
            <a:r>
              <a:rPr lang="pt-BR" sz="1200" dirty="0" err="1">
                <a:solidFill>
                  <a:schemeClr val="bg1"/>
                </a:solidFill>
              </a:rPr>
              <a:t>naked</a:t>
            </a:r>
            <a:r>
              <a:rPr lang="pt-BR" sz="1200" dirty="0">
                <a:solidFill>
                  <a:schemeClr val="bg1"/>
                </a:solidFill>
              </a:rPr>
              <a:t> </a:t>
            </a:r>
            <a:r>
              <a:rPr lang="pt-BR" sz="1200" dirty="0" err="1">
                <a:solidFill>
                  <a:schemeClr val="bg1"/>
                </a:solidFill>
              </a:rPr>
              <a:t>man</a:t>
            </a:r>
            <a:r>
              <a:rPr lang="pt-BR" sz="1200" dirty="0">
                <a:solidFill>
                  <a:schemeClr val="bg1"/>
                </a:solidFill>
              </a:rPr>
              <a:t>" para seguir em linha reta até o final da linha</a:t>
            </a:r>
          </a:p>
        </p:txBody>
      </p:sp>
      <p:pic>
        <p:nvPicPr>
          <p:cNvPr id="6" name="Imagem 5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1D6D498E-9930-2C78-D86F-0679ADD4B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11" y="3425155"/>
            <a:ext cx="4672264" cy="2524293"/>
          </a:xfrm>
          <a:prstGeom prst="rect">
            <a:avLst/>
          </a:prstGeom>
        </p:spPr>
      </p:pic>
      <p:pic>
        <p:nvPicPr>
          <p:cNvPr id="4" name="Imagem 3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D854E7CF-2EE5-B107-F623-DB5563625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553" y="3424400"/>
            <a:ext cx="5263817" cy="245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748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77E24-3347-AAD0-FDF2-1980E5146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715B9B30-2BED-64D3-99D0-7729FDDD8454}"/>
              </a:ext>
            </a:extLst>
          </p:cNvPr>
          <p:cNvSpPr/>
          <p:nvPr/>
        </p:nvSpPr>
        <p:spPr>
          <a:xfrm>
            <a:off x="0" y="1367995"/>
            <a:ext cx="12202297" cy="480394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2BC781-2C23-2621-3A64-58458A044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Quarto passo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C7DFC8-206A-26DB-A8C4-DB8F34C64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Textura da bola</a:t>
            </a:r>
          </a:p>
          <a:p>
            <a:r>
              <a:rPr lang="pt-BR" sz="1200" dirty="0">
                <a:solidFill>
                  <a:schemeClr val="bg1"/>
                </a:solidFill>
              </a:rPr>
              <a:t>No </a:t>
            </a:r>
            <a:r>
              <a:rPr lang="pt-BR" sz="1200" dirty="0" err="1">
                <a:solidFill>
                  <a:schemeClr val="bg1"/>
                </a:solidFill>
              </a:rPr>
              <a:t>shader</a:t>
            </a:r>
            <a:r>
              <a:rPr lang="pt-BR" sz="1200" dirty="0">
                <a:solidFill>
                  <a:schemeClr val="bg1"/>
                </a:solidFill>
              </a:rPr>
              <a:t> editor utilizei algumas imagens para fazer a textura da bola, que decidi fazer de madeira</a:t>
            </a:r>
          </a:p>
        </p:txBody>
      </p:sp>
      <p:pic>
        <p:nvPicPr>
          <p:cNvPr id="4" name="Imagem 3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98EBE714-44DA-9C30-8458-62F1C5BA0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316" y="2886576"/>
            <a:ext cx="5835317" cy="309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77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7DD26-0312-0EC1-1A22-5408AEC12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FEFCCC2E-BAA4-027A-6ACB-E886204508D2}"/>
              </a:ext>
            </a:extLst>
          </p:cNvPr>
          <p:cNvSpPr/>
          <p:nvPr/>
        </p:nvSpPr>
        <p:spPr>
          <a:xfrm>
            <a:off x="0" y="1367995"/>
            <a:ext cx="12202297" cy="480394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CA3FC4-C4B5-0F8D-ED81-44D86079D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Quinto passo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5CEA6C-6D2D-D9D6-A0E7-CED69A067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Criação do plano </a:t>
            </a:r>
            <a:r>
              <a:rPr lang="pt-BR" sz="2700" dirty="0">
                <a:solidFill>
                  <a:schemeClr val="bg1"/>
                </a:solidFill>
              </a:rPr>
              <a:t>e </a:t>
            </a:r>
            <a:r>
              <a:rPr lang="pt-BR" dirty="0">
                <a:solidFill>
                  <a:schemeClr val="bg1"/>
                </a:solidFill>
              </a:rPr>
              <a:t>relva</a:t>
            </a:r>
          </a:p>
          <a:p>
            <a:r>
              <a:rPr lang="pt-BR" sz="1200" dirty="0">
                <a:solidFill>
                  <a:schemeClr val="bg1"/>
                </a:solidFill>
              </a:rPr>
              <a:t>Criei uma </a:t>
            </a:r>
            <a:r>
              <a:rPr lang="pt-BR" sz="1200" err="1">
                <a:solidFill>
                  <a:schemeClr val="bg1"/>
                </a:solidFill>
              </a:rPr>
              <a:t>mesh</a:t>
            </a:r>
            <a:r>
              <a:rPr lang="pt-BR" sz="1200" dirty="0">
                <a:solidFill>
                  <a:schemeClr val="bg1"/>
                </a:solidFill>
              </a:rPr>
              <a:t> "Plane" e ativei nas opções de partículas a opção "</a:t>
            </a:r>
            <a:r>
              <a:rPr lang="pt-BR" sz="1200" err="1">
                <a:solidFill>
                  <a:schemeClr val="bg1"/>
                </a:solidFill>
              </a:rPr>
              <a:t>hair</a:t>
            </a:r>
            <a:r>
              <a:rPr lang="pt-BR" sz="1200" dirty="0">
                <a:solidFill>
                  <a:schemeClr val="bg1"/>
                </a:solidFill>
              </a:rPr>
              <a:t>". </a:t>
            </a:r>
            <a:r>
              <a:rPr lang="pt-BR" sz="1200" err="1">
                <a:solidFill>
                  <a:schemeClr val="bg1"/>
                </a:solidFill>
              </a:rPr>
              <a:t>Tambem</a:t>
            </a:r>
            <a:r>
              <a:rPr lang="pt-BR" sz="1200" dirty="0">
                <a:solidFill>
                  <a:schemeClr val="bg1"/>
                </a:solidFill>
              </a:rPr>
              <a:t> coloco cor com texture </a:t>
            </a:r>
            <a:r>
              <a:rPr lang="pt-BR" sz="1200" err="1">
                <a:solidFill>
                  <a:schemeClr val="bg1"/>
                </a:solidFill>
              </a:rPr>
              <a:t>properties</a:t>
            </a:r>
            <a:endParaRPr lang="pt-BR" sz="1200">
              <a:solidFill>
                <a:schemeClr val="bg1"/>
              </a:solidFill>
            </a:endParaRPr>
          </a:p>
        </p:txBody>
      </p:sp>
      <p:pic>
        <p:nvPicPr>
          <p:cNvPr id="7" name="Imagem 6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91B9B205-7ADD-80A7-646D-7E60AD6CD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657" y="2722979"/>
            <a:ext cx="5584658" cy="311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81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09892-34CE-E1D5-FC04-CCE937AF5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0B4E4ED7-C106-D490-9EF6-9156C6C64E78}"/>
              </a:ext>
            </a:extLst>
          </p:cNvPr>
          <p:cNvSpPr/>
          <p:nvPr/>
        </p:nvSpPr>
        <p:spPr>
          <a:xfrm>
            <a:off x="0" y="1367995"/>
            <a:ext cx="12202297" cy="480394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2E9E68-6970-A098-CF42-F42DDD6D3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Sexto passo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BDF19E-7ECC-D081-016A-637456D7A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Criação de árvores</a:t>
            </a:r>
          </a:p>
          <a:p>
            <a:r>
              <a:rPr lang="pt-BR" sz="1200" dirty="0">
                <a:solidFill>
                  <a:schemeClr val="bg1"/>
                </a:solidFill>
              </a:rPr>
              <a:t>Com a utilização de scripts em </a:t>
            </a:r>
            <a:r>
              <a:rPr lang="pt-BR" sz="1200" dirty="0" err="1">
                <a:solidFill>
                  <a:schemeClr val="bg1"/>
                </a:solidFill>
              </a:rPr>
              <a:t>python</a:t>
            </a:r>
            <a:r>
              <a:rPr lang="pt-BR" sz="1200" dirty="0">
                <a:solidFill>
                  <a:schemeClr val="bg1"/>
                </a:solidFill>
              </a:rPr>
              <a:t> criei um cubo, que vou remodelar para fazer a arvore (esqueci de tirar mais prints aqui)</a:t>
            </a:r>
          </a:p>
          <a:p>
            <a:r>
              <a:rPr lang="pt-BR" sz="1200" dirty="0">
                <a:solidFill>
                  <a:schemeClr val="bg1"/>
                </a:solidFill>
              </a:rPr>
              <a:t>Também criei um sol</a:t>
            </a:r>
          </a:p>
        </p:txBody>
      </p:sp>
      <p:pic>
        <p:nvPicPr>
          <p:cNvPr id="4" name="Imagem 3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7E7124E6-039F-E19C-6DAE-C5C74A636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10" y="2869727"/>
            <a:ext cx="5113422" cy="2612465"/>
          </a:xfrm>
          <a:prstGeom prst="rect">
            <a:avLst/>
          </a:prstGeom>
        </p:spPr>
      </p:pic>
      <p:pic>
        <p:nvPicPr>
          <p:cNvPr id="5" name="Imagem 4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7194533E-73B0-8A54-996A-11C748E9E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763" y="2870436"/>
            <a:ext cx="4963029" cy="264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306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5F419-07C7-B5EF-B5F5-C70CA8248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CC034054-B92E-79CA-113B-F7AE0EFE1046}"/>
              </a:ext>
            </a:extLst>
          </p:cNvPr>
          <p:cNvSpPr/>
          <p:nvPr/>
        </p:nvSpPr>
        <p:spPr>
          <a:xfrm>
            <a:off x="0" y="1367995"/>
            <a:ext cx="12202297" cy="480394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C3950F-E314-DCFC-1664-876A7B886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Sexto passo </a:t>
            </a:r>
            <a:r>
              <a:rPr lang="pt-BR" dirty="0" err="1"/>
              <a:t>pt</a:t>
            </a:r>
            <a:r>
              <a:rPr lang="pt-BR" dirty="0"/>
              <a:t>. II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D5FFDF-5E15-61B2-DB4D-A835B2A0C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Adição de folhas nas árvores</a:t>
            </a:r>
          </a:p>
          <a:p>
            <a:r>
              <a:rPr lang="pt-BR" sz="1200" dirty="0">
                <a:solidFill>
                  <a:schemeClr val="bg1"/>
                </a:solidFill>
              </a:rPr>
              <a:t>Adiciono a imagem como plano e uso </a:t>
            </a:r>
            <a:r>
              <a:rPr lang="pt-BR" sz="1200" dirty="0" err="1">
                <a:solidFill>
                  <a:schemeClr val="bg1"/>
                </a:solidFill>
              </a:rPr>
              <a:t>vertex</a:t>
            </a:r>
            <a:r>
              <a:rPr lang="pt-BR" sz="1200" dirty="0">
                <a:solidFill>
                  <a:schemeClr val="bg1"/>
                </a:solidFill>
              </a:rPr>
              <a:t> </a:t>
            </a:r>
            <a:r>
              <a:rPr lang="pt-BR" sz="1200" dirty="0" err="1">
                <a:solidFill>
                  <a:schemeClr val="bg1"/>
                </a:solidFill>
              </a:rPr>
              <a:t>groups</a:t>
            </a:r>
            <a:r>
              <a:rPr lang="pt-BR" sz="1200" dirty="0">
                <a:solidFill>
                  <a:schemeClr val="bg1"/>
                </a:solidFill>
              </a:rPr>
              <a:t> com a seleção dos </a:t>
            </a:r>
            <a:r>
              <a:rPr lang="pt-BR" sz="1200" dirty="0" err="1">
                <a:solidFill>
                  <a:schemeClr val="bg1"/>
                </a:solidFill>
              </a:rPr>
              <a:t>vertices</a:t>
            </a:r>
            <a:r>
              <a:rPr lang="pt-BR" sz="1200" dirty="0">
                <a:solidFill>
                  <a:schemeClr val="bg1"/>
                </a:solidFill>
              </a:rPr>
              <a:t> e em </a:t>
            </a:r>
            <a:r>
              <a:rPr lang="pt-BR" sz="1200" dirty="0" err="1">
                <a:solidFill>
                  <a:schemeClr val="bg1"/>
                </a:solidFill>
              </a:rPr>
              <a:t>particulas</a:t>
            </a:r>
            <a:r>
              <a:rPr lang="pt-BR" sz="1200" dirty="0">
                <a:solidFill>
                  <a:schemeClr val="bg1"/>
                </a:solidFill>
              </a:rPr>
              <a:t> "</a:t>
            </a:r>
            <a:r>
              <a:rPr lang="pt-BR" sz="1200" dirty="0" err="1">
                <a:solidFill>
                  <a:schemeClr val="bg1"/>
                </a:solidFill>
              </a:rPr>
              <a:t>hair</a:t>
            </a:r>
            <a:r>
              <a:rPr lang="pt-BR" sz="1200" dirty="0">
                <a:solidFill>
                  <a:schemeClr val="bg1"/>
                </a:solidFill>
              </a:rPr>
              <a:t>" para adicionar as plantas(que tenho a base em </a:t>
            </a:r>
            <a:r>
              <a:rPr lang="pt-BR" sz="1200" dirty="0" err="1">
                <a:solidFill>
                  <a:schemeClr val="bg1"/>
                </a:solidFill>
              </a:rPr>
              <a:t>jpg</a:t>
            </a:r>
            <a:r>
              <a:rPr lang="pt-BR" sz="1200" dirty="0">
                <a:solidFill>
                  <a:schemeClr val="bg1"/>
                </a:solidFill>
              </a:rPr>
              <a:t>) e clico em </a:t>
            </a:r>
            <a:r>
              <a:rPr lang="pt-BR" sz="1200" dirty="0" err="1">
                <a:solidFill>
                  <a:schemeClr val="bg1"/>
                </a:solidFill>
              </a:rPr>
              <a:t>assign</a:t>
            </a:r>
            <a:endParaRPr lang="pt-BR" sz="1200" dirty="0">
              <a:solidFill>
                <a:schemeClr val="bg1"/>
              </a:solidFill>
            </a:endParaRPr>
          </a:p>
          <a:p>
            <a:r>
              <a:rPr lang="pt-BR" sz="1200" dirty="0">
                <a:solidFill>
                  <a:schemeClr val="bg1"/>
                </a:solidFill>
              </a:rPr>
              <a:t>Utilizo Randomize </a:t>
            </a:r>
            <a:r>
              <a:rPr lang="pt-BR" sz="1200" err="1">
                <a:solidFill>
                  <a:schemeClr val="bg1"/>
                </a:solidFill>
              </a:rPr>
              <a:t>scale</a:t>
            </a:r>
            <a:r>
              <a:rPr lang="pt-BR" sz="1200" dirty="0">
                <a:solidFill>
                  <a:schemeClr val="bg1"/>
                </a:solidFill>
              </a:rPr>
              <a:t>, </a:t>
            </a:r>
            <a:r>
              <a:rPr lang="pt-BR" sz="1200" err="1">
                <a:solidFill>
                  <a:schemeClr val="bg1"/>
                </a:solidFill>
              </a:rPr>
              <a:t>Density</a:t>
            </a:r>
            <a:r>
              <a:rPr lang="pt-BR" sz="1200" dirty="0">
                <a:solidFill>
                  <a:schemeClr val="bg1"/>
                </a:solidFill>
              </a:rPr>
              <a:t> e </a:t>
            </a:r>
            <a:r>
              <a:rPr lang="pt-BR" sz="1200" err="1">
                <a:solidFill>
                  <a:schemeClr val="bg1"/>
                </a:solidFill>
              </a:rPr>
              <a:t>Scale</a:t>
            </a:r>
            <a:r>
              <a:rPr lang="pt-BR" sz="1200" dirty="0">
                <a:solidFill>
                  <a:schemeClr val="bg1"/>
                </a:solidFill>
              </a:rPr>
              <a:t> para modificar um pouco as plantas(tamanho, lugar, espaço ocupado)</a:t>
            </a:r>
          </a:p>
          <a:p>
            <a:r>
              <a:rPr lang="pt-BR" sz="1200" dirty="0">
                <a:solidFill>
                  <a:schemeClr val="bg1"/>
                </a:solidFill>
              </a:rPr>
              <a:t>Modifico também no </a:t>
            </a:r>
            <a:r>
              <a:rPr lang="pt-BR" sz="1200" err="1">
                <a:solidFill>
                  <a:schemeClr val="bg1"/>
                </a:solidFill>
              </a:rPr>
              <a:t>shader</a:t>
            </a:r>
            <a:r>
              <a:rPr lang="pt-BR" sz="1200" dirty="0">
                <a:solidFill>
                  <a:schemeClr val="bg1"/>
                </a:solidFill>
              </a:rPr>
              <a:t> editor</a:t>
            </a:r>
          </a:p>
          <a:p>
            <a:r>
              <a:rPr lang="pt-BR" sz="1200" dirty="0">
                <a:solidFill>
                  <a:schemeClr val="bg1"/>
                </a:solidFill>
              </a:rPr>
              <a:t>Com o modificador </a:t>
            </a:r>
            <a:r>
              <a:rPr lang="pt-BR" sz="1200" err="1">
                <a:solidFill>
                  <a:schemeClr val="bg1"/>
                </a:solidFill>
              </a:rPr>
              <a:t>simple</a:t>
            </a:r>
            <a:r>
              <a:rPr lang="pt-BR" sz="1200" dirty="0">
                <a:solidFill>
                  <a:schemeClr val="bg1"/>
                </a:solidFill>
              </a:rPr>
              <a:t> </a:t>
            </a:r>
            <a:r>
              <a:rPr lang="pt-BR" sz="1200" err="1">
                <a:solidFill>
                  <a:schemeClr val="bg1"/>
                </a:solidFill>
              </a:rPr>
              <a:t>deform</a:t>
            </a:r>
            <a:r>
              <a:rPr lang="pt-BR" sz="1200" dirty="0">
                <a:solidFill>
                  <a:schemeClr val="bg1"/>
                </a:solidFill>
              </a:rPr>
              <a:t>, no </a:t>
            </a:r>
            <a:r>
              <a:rPr lang="pt-BR" sz="1200" err="1">
                <a:solidFill>
                  <a:schemeClr val="bg1"/>
                </a:solidFill>
              </a:rPr>
              <a:t>graph</a:t>
            </a:r>
            <a:r>
              <a:rPr lang="pt-BR" sz="1200" dirty="0">
                <a:solidFill>
                  <a:schemeClr val="bg1"/>
                </a:solidFill>
              </a:rPr>
              <a:t> editor </a:t>
            </a:r>
            <a:r>
              <a:rPr lang="pt-BR" sz="1200" err="1">
                <a:solidFill>
                  <a:schemeClr val="bg1"/>
                </a:solidFill>
              </a:rPr>
              <a:t>mofico</a:t>
            </a:r>
            <a:r>
              <a:rPr lang="pt-BR" sz="1200" dirty="0">
                <a:solidFill>
                  <a:schemeClr val="bg1"/>
                </a:solidFill>
              </a:rPr>
              <a:t> a árvore para mexer como se estivesse sobre efeito de vento</a:t>
            </a:r>
          </a:p>
          <a:p>
            <a:pPr marL="0" indent="0">
              <a:buNone/>
            </a:pPr>
            <a:endParaRPr lang="pt-BR" sz="1600" dirty="0">
              <a:solidFill>
                <a:schemeClr val="bg1"/>
              </a:solidFill>
            </a:endParaRPr>
          </a:p>
        </p:txBody>
      </p:sp>
      <p:pic>
        <p:nvPicPr>
          <p:cNvPr id="5" name="Imagem 4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80F285E9-F444-6436-513A-BE0A1E917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844" y="3710795"/>
            <a:ext cx="4511843" cy="2323987"/>
          </a:xfrm>
          <a:prstGeom prst="rect">
            <a:avLst/>
          </a:prstGeom>
        </p:spPr>
      </p:pic>
      <p:pic>
        <p:nvPicPr>
          <p:cNvPr id="6" name="Imagem 5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CA5136D6-EBA6-4416-5EDE-709E77BCF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131" y="3708063"/>
            <a:ext cx="4271211" cy="225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38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A5AE4-B8AA-3454-38EC-4BD200715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0219B9B1-AC41-A3D5-4D6F-FC41B164C792}"/>
              </a:ext>
            </a:extLst>
          </p:cNvPr>
          <p:cNvSpPr/>
          <p:nvPr/>
        </p:nvSpPr>
        <p:spPr>
          <a:xfrm>
            <a:off x="0" y="1367995"/>
            <a:ext cx="12202297" cy="480394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42DE7C-C49A-F459-187E-ADDCC4D11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Sexto passo </a:t>
            </a:r>
            <a:r>
              <a:rPr lang="pt-BR" dirty="0" err="1"/>
              <a:t>pt</a:t>
            </a:r>
            <a:r>
              <a:rPr lang="pt-BR" dirty="0"/>
              <a:t>. III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A7CCE8-68FA-92A7-3E02-669AB5053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Textura nos troncos das árvores</a:t>
            </a:r>
          </a:p>
          <a:p>
            <a:r>
              <a:rPr lang="pt-BR" sz="1200" dirty="0">
                <a:solidFill>
                  <a:schemeClr val="bg1"/>
                </a:solidFill>
              </a:rPr>
              <a:t>Com o uso do </a:t>
            </a:r>
            <a:r>
              <a:rPr lang="pt-BR" sz="1200" dirty="0" err="1">
                <a:solidFill>
                  <a:schemeClr val="bg1"/>
                </a:solidFill>
              </a:rPr>
              <a:t>shader</a:t>
            </a:r>
            <a:r>
              <a:rPr lang="pt-BR" sz="1200" dirty="0">
                <a:solidFill>
                  <a:schemeClr val="bg1"/>
                </a:solidFill>
              </a:rPr>
              <a:t> editor modifico a textura do tronco e </a:t>
            </a:r>
            <a:r>
              <a:rPr lang="pt-BR" sz="1200" dirty="0" err="1">
                <a:solidFill>
                  <a:schemeClr val="bg1"/>
                </a:solidFill>
              </a:rPr>
              <a:t>tambem</a:t>
            </a:r>
            <a:r>
              <a:rPr lang="pt-BR" sz="1200" dirty="0">
                <a:solidFill>
                  <a:schemeClr val="bg1"/>
                </a:solidFill>
              </a:rPr>
              <a:t> duplico em várias árvores</a:t>
            </a:r>
          </a:p>
          <a:p>
            <a:pPr marL="0" indent="0">
              <a:buNone/>
            </a:pPr>
            <a:endParaRPr lang="pt-BR" sz="2000" dirty="0">
              <a:solidFill>
                <a:schemeClr val="bg1"/>
              </a:solidFill>
            </a:endParaRPr>
          </a:p>
        </p:txBody>
      </p:sp>
      <p:pic>
        <p:nvPicPr>
          <p:cNvPr id="4" name="Imagem 3" descr="Tela de computador com imagem de jogo de vídeo game&#10;&#10;O conteúdo gerado por IA pode estar incorreto.">
            <a:extLst>
              <a:ext uri="{FF2B5EF4-FFF2-40B4-BE49-F238E27FC236}">
                <a16:creationId xmlns:a16="http://schemas.microsoft.com/office/drawing/2014/main" id="{26AC4B8E-09FB-C222-E7A4-0200E5C2F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369" y="2823242"/>
            <a:ext cx="5193633" cy="2695409"/>
          </a:xfrm>
          <a:prstGeom prst="rect">
            <a:avLst/>
          </a:prstGeom>
        </p:spPr>
      </p:pic>
      <p:pic>
        <p:nvPicPr>
          <p:cNvPr id="6" name="Imagem 5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8F17CE87-FDD5-5FE3-B8F3-509D83CC6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19" y="2943224"/>
            <a:ext cx="5786690" cy="245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969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3FEE2-68A0-D1DE-5CEB-8A4544DA5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C91F1D46-971A-83EE-FA56-6B6828704B77}"/>
              </a:ext>
            </a:extLst>
          </p:cNvPr>
          <p:cNvSpPr/>
          <p:nvPr/>
        </p:nvSpPr>
        <p:spPr>
          <a:xfrm>
            <a:off x="0" y="1367995"/>
            <a:ext cx="12202297" cy="480394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84A095-409E-F1B2-F86F-FF9518929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Sétimo passo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3AD2F9-5F76-CA7B-1BEE-0BEFAC325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Adiciono vento e turbulência</a:t>
            </a:r>
          </a:p>
          <a:p>
            <a:r>
              <a:rPr lang="pt-BR" sz="1200" dirty="0">
                <a:solidFill>
                  <a:schemeClr val="bg1"/>
                </a:solidFill>
              </a:rPr>
              <a:t>Adiciono os </a:t>
            </a:r>
            <a:r>
              <a:rPr lang="pt-BR" sz="1200" dirty="0" err="1">
                <a:solidFill>
                  <a:schemeClr val="bg1"/>
                </a:solidFill>
              </a:rPr>
              <a:t>forcefields</a:t>
            </a:r>
            <a:r>
              <a:rPr lang="pt-BR" sz="1200" dirty="0">
                <a:solidFill>
                  <a:schemeClr val="bg1"/>
                </a:solidFill>
              </a:rPr>
              <a:t> vento e o turbulência(com </a:t>
            </a:r>
            <a:r>
              <a:rPr lang="pt-BR" sz="1200" dirty="0" err="1">
                <a:solidFill>
                  <a:schemeClr val="bg1"/>
                </a:solidFill>
              </a:rPr>
              <a:t>keyframe</a:t>
            </a:r>
            <a:r>
              <a:rPr lang="pt-BR" sz="1200" dirty="0">
                <a:solidFill>
                  <a:schemeClr val="bg1"/>
                </a:solidFill>
              </a:rPr>
              <a:t> do inicio ao final da cena) para criar um efeito de relva a mover com o vento</a:t>
            </a:r>
          </a:p>
          <a:p>
            <a:pPr marL="0" indent="0">
              <a:buNone/>
            </a:pPr>
            <a:endParaRPr lang="pt-BR" sz="2000" dirty="0">
              <a:solidFill>
                <a:schemeClr val="bg1"/>
              </a:solidFill>
            </a:endParaRPr>
          </a:p>
        </p:txBody>
      </p:sp>
      <p:pic>
        <p:nvPicPr>
          <p:cNvPr id="5" name="Imagem 4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8D5542F4-5232-20F2-10E5-98C2B130B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763" y="3005221"/>
            <a:ext cx="5704974" cy="304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26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413DD-901F-A78E-CEE8-381363CC3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052B6049-0275-5D6A-A408-86B08ADFAFB6}"/>
              </a:ext>
            </a:extLst>
          </p:cNvPr>
          <p:cNvSpPr/>
          <p:nvPr/>
        </p:nvSpPr>
        <p:spPr>
          <a:xfrm>
            <a:off x="0" y="1367995"/>
            <a:ext cx="12202297" cy="480394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8735B9-1BBF-082C-236C-F555DEFEC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Oitavo passo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12E921-4C80-23FD-5A13-D54B836C9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Criação de Pedras</a:t>
            </a:r>
          </a:p>
          <a:p>
            <a:r>
              <a:rPr lang="pt-BR" sz="1200" dirty="0">
                <a:solidFill>
                  <a:schemeClr val="bg1"/>
                </a:solidFill>
              </a:rPr>
              <a:t>Com a utilização de um script em </a:t>
            </a:r>
            <a:r>
              <a:rPr lang="pt-BR" sz="1200" dirty="0" err="1">
                <a:solidFill>
                  <a:schemeClr val="bg1"/>
                </a:solidFill>
              </a:rPr>
              <a:t>python</a:t>
            </a:r>
            <a:r>
              <a:rPr lang="pt-BR" sz="1200" dirty="0">
                <a:solidFill>
                  <a:schemeClr val="bg1"/>
                </a:solidFill>
              </a:rPr>
              <a:t> criei um cubo chamado pedras</a:t>
            </a:r>
          </a:p>
          <a:p>
            <a:r>
              <a:rPr lang="pt-BR" sz="1200" dirty="0">
                <a:solidFill>
                  <a:schemeClr val="bg1"/>
                </a:solidFill>
              </a:rPr>
              <a:t>Dentro do Texture </a:t>
            </a:r>
            <a:r>
              <a:rPr lang="pt-BR" sz="1200" dirty="0" err="1">
                <a:solidFill>
                  <a:schemeClr val="bg1"/>
                </a:solidFill>
              </a:rPr>
              <a:t>properties</a:t>
            </a:r>
            <a:r>
              <a:rPr lang="pt-BR" sz="1200" dirty="0">
                <a:solidFill>
                  <a:schemeClr val="bg1"/>
                </a:solidFill>
              </a:rPr>
              <a:t> escolhi o tipo  "</a:t>
            </a:r>
            <a:r>
              <a:rPr lang="pt-BR" sz="1200" dirty="0" err="1">
                <a:solidFill>
                  <a:schemeClr val="bg1"/>
                </a:solidFill>
              </a:rPr>
              <a:t>Voronoi</a:t>
            </a:r>
            <a:r>
              <a:rPr lang="pt-BR" sz="1200" dirty="0">
                <a:solidFill>
                  <a:schemeClr val="bg1"/>
                </a:solidFill>
              </a:rPr>
              <a:t>" e mudei a intensidade e o </a:t>
            </a:r>
            <a:r>
              <a:rPr lang="pt-BR" sz="1200" dirty="0" err="1">
                <a:solidFill>
                  <a:schemeClr val="bg1"/>
                </a:solidFill>
              </a:rPr>
              <a:t>scale</a:t>
            </a:r>
            <a:r>
              <a:rPr lang="pt-BR" sz="1200" dirty="0">
                <a:solidFill>
                  <a:schemeClr val="bg1"/>
                </a:solidFill>
              </a:rPr>
              <a:t> para ficar liso que nem uma pedra</a:t>
            </a:r>
          </a:p>
          <a:p>
            <a:r>
              <a:rPr lang="pt-BR" sz="1200" dirty="0">
                <a:solidFill>
                  <a:schemeClr val="bg1"/>
                </a:solidFill>
              </a:rPr>
              <a:t>No </a:t>
            </a:r>
            <a:r>
              <a:rPr lang="pt-BR" sz="1200" dirty="0" err="1">
                <a:solidFill>
                  <a:schemeClr val="bg1"/>
                </a:solidFill>
              </a:rPr>
              <a:t>shader</a:t>
            </a:r>
            <a:r>
              <a:rPr lang="pt-BR" sz="1200" dirty="0">
                <a:solidFill>
                  <a:schemeClr val="bg1"/>
                </a:solidFill>
              </a:rPr>
              <a:t> editor modifiquei as texturas com imagens para ficarem parecidas com pedras na vida real (esqueci de tirar mais prints)</a:t>
            </a:r>
          </a:p>
          <a:p>
            <a:pPr marL="0" indent="0">
              <a:buNone/>
            </a:pPr>
            <a:endParaRPr lang="pt-BR" sz="2000" dirty="0">
              <a:solidFill>
                <a:schemeClr val="bg1"/>
              </a:solidFill>
            </a:endParaRPr>
          </a:p>
        </p:txBody>
      </p:sp>
      <p:pic>
        <p:nvPicPr>
          <p:cNvPr id="4" name="Imagem 3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189CF48F-2F98-0AE2-7CFD-39987DF78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3207585"/>
            <a:ext cx="5534528" cy="287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226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DAA97-89CB-821F-A99E-9F2050781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022EBBE-7940-5339-182D-6E71EB89A2C6}"/>
              </a:ext>
            </a:extLst>
          </p:cNvPr>
          <p:cNvSpPr/>
          <p:nvPr/>
        </p:nvSpPr>
        <p:spPr>
          <a:xfrm>
            <a:off x="0" y="1367995"/>
            <a:ext cx="12202297" cy="480394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36C1B2-320A-0951-A70A-8DCF1ED74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Nono passo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17E67D-5ABA-009B-5582-EF21758D9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Criação de um céu</a:t>
            </a:r>
          </a:p>
          <a:p>
            <a:r>
              <a:rPr lang="pt-BR" sz="1200" dirty="0">
                <a:solidFill>
                  <a:schemeClr val="bg1"/>
                </a:solidFill>
              </a:rPr>
              <a:t>No </a:t>
            </a:r>
            <a:r>
              <a:rPr lang="pt-BR" sz="1200" dirty="0" err="1">
                <a:solidFill>
                  <a:schemeClr val="bg1"/>
                </a:solidFill>
              </a:rPr>
              <a:t>shader</a:t>
            </a:r>
            <a:r>
              <a:rPr lang="pt-BR" sz="1200" dirty="0">
                <a:solidFill>
                  <a:schemeClr val="bg1"/>
                </a:solidFill>
              </a:rPr>
              <a:t> editor troquei para World e adicionei uma "</a:t>
            </a:r>
            <a:r>
              <a:rPr lang="pt-BR" sz="1200" dirty="0" err="1">
                <a:solidFill>
                  <a:schemeClr val="bg1"/>
                </a:solidFill>
              </a:rPr>
              <a:t>sky</a:t>
            </a:r>
            <a:r>
              <a:rPr lang="pt-BR" sz="1200" dirty="0">
                <a:solidFill>
                  <a:schemeClr val="bg1"/>
                </a:solidFill>
              </a:rPr>
              <a:t> texture" e modifiquei até chegar a esse resultado</a:t>
            </a:r>
          </a:p>
          <a:p>
            <a:pPr marL="0" indent="0">
              <a:buNone/>
            </a:pPr>
            <a:endParaRPr lang="pt-BR" sz="2000" dirty="0">
              <a:solidFill>
                <a:schemeClr val="bg1"/>
              </a:solidFill>
            </a:endParaRPr>
          </a:p>
        </p:txBody>
      </p:sp>
      <p:pic>
        <p:nvPicPr>
          <p:cNvPr id="5" name="Imagem 4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EE39608F-BB59-6B6E-B4E8-29E4DA105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369" y="2688557"/>
            <a:ext cx="5805237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392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F2C15-347D-C893-B6C8-84B1DFD77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414242F5-EDAB-156A-F0F8-21217A8ED109}"/>
              </a:ext>
            </a:extLst>
          </p:cNvPr>
          <p:cNvSpPr/>
          <p:nvPr/>
        </p:nvSpPr>
        <p:spPr>
          <a:xfrm>
            <a:off x="0" y="1367995"/>
            <a:ext cx="12202297" cy="480394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614E7A-8906-8448-8AB2-A22D4E62A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Décimo passo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9B1266-DB34-7564-E6B3-7869F1E3F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Movimentação da Câmara</a:t>
            </a:r>
          </a:p>
          <a:p>
            <a:r>
              <a:rPr lang="pt-BR" sz="1200" dirty="0">
                <a:solidFill>
                  <a:schemeClr val="bg1"/>
                </a:solidFill>
              </a:rPr>
              <a:t>Com a utilização do Add-on </a:t>
            </a:r>
            <a:r>
              <a:rPr lang="pt-BR" sz="1200" dirty="0" err="1">
                <a:solidFill>
                  <a:schemeClr val="bg1"/>
                </a:solidFill>
              </a:rPr>
              <a:t>autocam</a:t>
            </a:r>
            <a:r>
              <a:rPr lang="pt-BR" sz="1200" dirty="0">
                <a:solidFill>
                  <a:schemeClr val="bg1"/>
                </a:solidFill>
              </a:rPr>
              <a:t>, fiz a inserção de </a:t>
            </a:r>
            <a:r>
              <a:rPr lang="pt-BR" sz="1200" dirty="0" err="1">
                <a:solidFill>
                  <a:schemeClr val="bg1"/>
                </a:solidFill>
              </a:rPr>
              <a:t>keyframes</a:t>
            </a:r>
            <a:r>
              <a:rPr lang="pt-BR" sz="1200" dirty="0">
                <a:solidFill>
                  <a:schemeClr val="bg1"/>
                </a:solidFill>
              </a:rPr>
              <a:t> e movimentos personalizados na câmara ao longo da </a:t>
            </a:r>
            <a:r>
              <a:rPr lang="pt-BR" sz="1200" dirty="0" err="1">
                <a:solidFill>
                  <a:schemeClr val="bg1"/>
                </a:solidFill>
              </a:rPr>
              <a:t>timeline</a:t>
            </a:r>
            <a:r>
              <a:rPr lang="pt-BR" sz="12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pt-BR" sz="2000" dirty="0">
              <a:solidFill>
                <a:schemeClr val="bg1"/>
              </a:solidFill>
            </a:endParaRPr>
          </a:p>
        </p:txBody>
      </p:sp>
      <p:pic>
        <p:nvPicPr>
          <p:cNvPr id="4" name="Imagem 3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FE2CC802-4C38-DE87-375C-9AB631D0E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275" y="2809875"/>
            <a:ext cx="6381750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787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A1C02-70E6-F392-90D7-769F84A82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9A05D67F-226D-79BC-D96A-7AF05867583E}"/>
              </a:ext>
            </a:extLst>
          </p:cNvPr>
          <p:cNvSpPr/>
          <p:nvPr/>
        </p:nvSpPr>
        <p:spPr>
          <a:xfrm>
            <a:off x="0" y="1367995"/>
            <a:ext cx="12202297" cy="480394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A384AB-F8B6-CFD4-85F7-F276AB01A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Décimo-primeiro passo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DC45E0-E5C0-ADFA-C471-F018A6442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Áudio e Renderização</a:t>
            </a:r>
          </a:p>
          <a:p>
            <a:r>
              <a:rPr lang="pt-BR" sz="1200" dirty="0">
                <a:solidFill>
                  <a:schemeClr val="bg1"/>
                </a:solidFill>
              </a:rPr>
              <a:t>No </a:t>
            </a:r>
            <a:r>
              <a:rPr lang="pt-BR" sz="1200" dirty="0" err="1">
                <a:solidFill>
                  <a:schemeClr val="bg1"/>
                </a:solidFill>
              </a:rPr>
              <a:t>video</a:t>
            </a:r>
            <a:r>
              <a:rPr lang="pt-BR" sz="1200" dirty="0">
                <a:solidFill>
                  <a:schemeClr val="bg1"/>
                </a:solidFill>
              </a:rPr>
              <a:t> </a:t>
            </a:r>
            <a:r>
              <a:rPr lang="pt-BR" sz="1200" dirty="0" err="1">
                <a:solidFill>
                  <a:schemeClr val="bg1"/>
                </a:solidFill>
              </a:rPr>
              <a:t>encoder</a:t>
            </a:r>
            <a:r>
              <a:rPr lang="pt-BR" sz="1200" dirty="0">
                <a:solidFill>
                  <a:schemeClr val="bg1"/>
                </a:solidFill>
              </a:rPr>
              <a:t> coloquei o </a:t>
            </a:r>
            <a:r>
              <a:rPr lang="pt-BR" sz="1200" dirty="0" err="1">
                <a:solidFill>
                  <a:schemeClr val="bg1"/>
                </a:solidFill>
              </a:rPr>
              <a:t>audio</a:t>
            </a:r>
            <a:r>
              <a:rPr lang="pt-BR" sz="1200" dirty="0">
                <a:solidFill>
                  <a:schemeClr val="bg1"/>
                </a:solidFill>
              </a:rPr>
              <a:t> de passos</a:t>
            </a:r>
          </a:p>
          <a:p>
            <a:r>
              <a:rPr lang="pt-BR" sz="1200" dirty="0">
                <a:solidFill>
                  <a:schemeClr val="bg1"/>
                </a:solidFill>
              </a:rPr>
              <a:t>Em seguida renderizei em formato de </a:t>
            </a:r>
            <a:r>
              <a:rPr lang="pt-BR" sz="1200" dirty="0" err="1">
                <a:solidFill>
                  <a:schemeClr val="bg1"/>
                </a:solidFill>
              </a:rPr>
              <a:t>video</a:t>
            </a:r>
            <a:r>
              <a:rPr lang="pt-BR" sz="1200" dirty="0">
                <a:solidFill>
                  <a:schemeClr val="bg1"/>
                </a:solidFill>
              </a:rPr>
              <a:t> FFMPEG MP4, com áudio</a:t>
            </a:r>
          </a:p>
          <a:p>
            <a:endParaRPr lang="pt-BR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sz="2000" dirty="0">
              <a:solidFill>
                <a:schemeClr val="bg1"/>
              </a:solidFill>
            </a:endParaRPr>
          </a:p>
        </p:txBody>
      </p:sp>
      <p:pic>
        <p:nvPicPr>
          <p:cNvPr id="5" name="Imagem 4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BBCF721F-A246-1C82-659A-C8B5D6D00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225" y="3079750"/>
            <a:ext cx="5553075" cy="295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005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8C58F-90BA-559A-A10B-F6DDFEE88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CFEACCDA-4245-2AFF-489D-D20BFD53AA44}"/>
              </a:ext>
            </a:extLst>
          </p:cNvPr>
          <p:cNvSpPr/>
          <p:nvPr/>
        </p:nvSpPr>
        <p:spPr>
          <a:xfrm>
            <a:off x="0" y="1367995"/>
            <a:ext cx="12202297" cy="480394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1AC515-54A1-5372-A2E7-1C698D6A3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 Encontrados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47BF28-16D0-99B5-F8DC-0CF4DF823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Para mim, o trabalho todo foi um desafio. Mas a parte mesmo que tive dificuldade foi na parte de animação da corrida, pois não sabia as posições, mas depois de uma leve pesquisa consegui, a parte de texturas também foi desafiante!</a:t>
            </a:r>
          </a:p>
          <a:p>
            <a:endParaRPr lang="pt-BR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0785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FB01-15F3-7A95-909D-7B7B3EF0F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2CC03DD7-85F6-D80C-A495-83CFC14B5930}"/>
              </a:ext>
            </a:extLst>
          </p:cNvPr>
          <p:cNvSpPr/>
          <p:nvPr/>
        </p:nvSpPr>
        <p:spPr>
          <a:xfrm>
            <a:off x="0" y="1367995"/>
            <a:ext cx="12202297" cy="4803946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44B56B-8A68-F438-95AF-68F0EBBF5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2863850"/>
            <a:ext cx="1981200" cy="11223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        Fim</a:t>
            </a:r>
          </a:p>
          <a:p>
            <a:pPr marL="0" indent="0">
              <a:buNone/>
            </a:pPr>
            <a:r>
              <a:rPr lang="pt-BR" sz="1200" dirty="0">
                <a:solidFill>
                  <a:schemeClr val="bg1"/>
                </a:solidFill>
              </a:rPr>
              <a:t>Obrigado pela atenção!</a:t>
            </a:r>
            <a:endParaRPr lang="pt-BR">
              <a:solidFill>
                <a:schemeClr val="bg1"/>
              </a:solidFill>
            </a:endParaRPr>
          </a:p>
          <a:p>
            <a:endParaRPr lang="pt-BR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9846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0" baseType="lpstr">
      <vt:lpstr>Tema do Office</vt:lpstr>
      <vt:lpstr>Curso Profissional de Técnico de Gestão e Programação de Sistemas Informáticos</vt:lpstr>
      <vt:lpstr>Índice dos passos</vt:lpstr>
      <vt:lpstr>Primeiro passo pt. I</vt:lpstr>
      <vt:lpstr>Primeiro passo pt. II</vt:lpstr>
      <vt:lpstr>Primeiro passo pt. III</vt:lpstr>
      <vt:lpstr>Segundo passo </vt:lpstr>
      <vt:lpstr>Terceiro passo</vt:lpstr>
      <vt:lpstr>Quarto passo </vt:lpstr>
      <vt:lpstr>Quinto passo </vt:lpstr>
      <vt:lpstr>Sexto passo </vt:lpstr>
      <vt:lpstr>Sexto passo pt. II</vt:lpstr>
      <vt:lpstr>Sexto passo pt. III</vt:lpstr>
      <vt:lpstr>Sétimo passo</vt:lpstr>
      <vt:lpstr>Oitavo passo</vt:lpstr>
      <vt:lpstr>Nono passo</vt:lpstr>
      <vt:lpstr>Décimo passo</vt:lpstr>
      <vt:lpstr>Décimo-primeiro passo</vt:lpstr>
      <vt:lpstr>Desafios Encontrados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698</cp:revision>
  <dcterms:created xsi:type="dcterms:W3CDTF">2025-11-07T15:19:20Z</dcterms:created>
  <dcterms:modified xsi:type="dcterms:W3CDTF">2025-11-08T04:28:39Z</dcterms:modified>
</cp:coreProperties>
</file>